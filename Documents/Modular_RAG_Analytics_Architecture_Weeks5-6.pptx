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Modular RAG + Analytics Architecture (Weeks 5–6)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200"/>
            </a:pPr>
            <a:r>
              <a:t>UML, Architecture, ER diagram, and Workflow — exported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Goal: Modular Retrieval-Augmented Generation (RAG) + Analytics platform.</a:t>
            </a:r>
          </a:p>
          <a:p>
            <a:pPr>
              <a:defRPr sz="1400"/>
            </a:pPr>
            <a:r>
              <a:t>Non-functional: modularity, low-latency retrieval, observability, secure access.</a:t>
            </a:r>
          </a:p>
          <a:p>
            <a:pPr>
              <a:defRPr sz="1400"/>
            </a:pPr>
            <a:r>
              <a:t>Pluggable components: embeddings, vector DB, LLMs, analytics engine.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 (components)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Ingest → Data Layer (extract, clean, normalize)</a:t>
            </a:r>
          </a:p>
          <a:p>
            <a:pPr>
              <a:defRPr sz="1400"/>
            </a:pPr>
            <a:r>
              <a:t>Embedding Layer (batch &amp; on-demand) → Vector DB (FAISS/Pinecone)</a:t>
            </a:r>
          </a:p>
          <a:p>
            <a:pPr>
              <a:defRPr sz="1400"/>
            </a:pPr>
            <a:r>
              <a:t>Retrieval Layer → LLM Orchestrator → API Layer → UI (Chat + Dashboard)</a:t>
            </a:r>
          </a:p>
          <a:p>
            <a:pPr>
              <a:defRPr sz="1400"/>
            </a:pPr>
            <a:r>
              <a:t>Analytics Layer: NL-to-SQL, metrics engine, visualization 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UML — Component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DataLayer, EmbeddingLayer, VectorDB, RetrievalLayer, LLMOrchestrator</a:t>
            </a:r>
          </a:p>
          <a:p>
            <a:pPr>
              <a:defRPr sz="1400"/>
            </a:pPr>
            <a:r>
              <a:t>AnalyticsLayer, API, UI</a:t>
            </a:r>
          </a:p>
          <a:p>
            <a:pPr>
              <a:defRPr sz="1400"/>
            </a:pPr>
            <a:r>
              <a:t>Key methods listed: extract(), generate_embedding(), search(), call_llm(), generate_sql()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 — core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DOCUMENTS(id, title, content, source, created_at, metadata)</a:t>
            </a:r>
          </a:p>
          <a:p>
            <a:pPr>
              <a:defRPr sz="1400"/>
            </a:pPr>
            <a:r>
              <a:t>EMBEDDINGS(id, document_id, embedding_meta, model, created_at)</a:t>
            </a:r>
          </a:p>
          <a:p>
            <a:pPr>
              <a:defRPr sz="1400"/>
            </a:pPr>
            <a:r>
              <a:t>USERS, CONVERSATIONS, MESSAGES, METRICS</a:t>
            </a:r>
          </a:p>
          <a:p>
            <a:pPr>
              <a:defRPr sz="1400"/>
            </a:pPr>
            <a:r>
              <a:t>Relationships: DOCUMENTS 1—* EMBEDDINGS; USERS 1—* CONVERSATIONS; CONVERSATIONS 1—* MESSAGES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design (RAG → LLM → Insights → Viz)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Ingestion &amp; Preprocessing: extract, chunk, clean, add metadata, batch-embed</a:t>
            </a:r>
          </a:p>
          <a:p>
            <a:pPr>
              <a:defRPr sz="1400"/>
            </a:pPr>
            <a:r>
              <a:t>Online chat: retrieve top-K → rerank → LLM compose answer → cite sources → persist convo</a:t>
            </a:r>
          </a:p>
          <a:p>
            <a:pPr>
              <a:defRPr sz="1400"/>
            </a:pPr>
            <a:r>
              <a:t>Analytics: NL→SQL → validate → execute → metrics → visualize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surface (FastAPI examples)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POST /api/chat → returns answer, sources, conv_id</a:t>
            </a:r>
          </a:p>
          <a:p>
            <a:pPr>
              <a:defRPr sz="1400"/>
            </a:pPr>
            <a:r>
              <a:t>GET /api/metrics?target_id=... → returns metrics</a:t>
            </a:r>
          </a:p>
          <a:p>
            <a:pPr>
              <a:defRPr sz="1400"/>
            </a:pPr>
            <a:r>
              <a:t>POST /api/ingest (admin), POST /api/batch/embeddings, POST /api/sql/validate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ETL: Airflow / n8n / Prefect; parsing: PyPDF2, Tika</a:t>
            </a:r>
          </a:p>
          <a:p>
            <a:pPr>
              <a:defRPr sz="1400"/>
            </a:pPr>
            <a:r>
              <a:t>Embeddings: OpenAI BGE or sentence-transformers</a:t>
            </a:r>
          </a:p>
          <a:p>
            <a:pPr>
              <a:defRPr sz="1400"/>
            </a:pPr>
            <a:r>
              <a:t>Vector DB: FAISS (local), Pinecone/Weaviate/Chroma (managed)</a:t>
            </a:r>
          </a:p>
          <a:p>
            <a:pPr>
              <a:defRPr sz="1400"/>
            </a:pPr>
            <a:r>
              <a:t>LLMs: OpenAI GPT / Llama2; API: FastAPI; Frontend: React + Recharts/Dash</a:t>
            </a:r>
          </a:p>
          <a:p>
            <a:pPr>
              <a:defRPr sz="1400"/>
            </a:pPr>
            <a:r>
              <a:t>DB: PostgreSQL for metadata; ClickHouse/BigQuery for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Non-functional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Latency: caching, precompute frequent embeddings</a:t>
            </a:r>
          </a:p>
          <a:p>
            <a:pPr>
              <a:defRPr sz="1400"/>
            </a:pPr>
            <a:r>
              <a:t>Scalability: index partitioning, analytics read replicas</a:t>
            </a:r>
          </a:p>
          <a:p>
            <a:pPr>
              <a:defRPr sz="1400"/>
            </a:pPr>
            <a:r>
              <a:t>Security: encryption, PII detection, audit logs</a:t>
            </a:r>
          </a:p>
          <a:p>
            <a:pPr>
              <a:defRPr sz="1400"/>
            </a:pPr>
            <a:r>
              <a:t>Cost: batch embeddings, hybrid search to reduce tokens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(practical)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Prototype: ingest 10–20 docs, embed, index with FAISS, build FastAPI + React chat UI</a:t>
            </a:r>
          </a:p>
          <a:p>
            <a:pPr>
              <a:defRPr sz="1400"/>
            </a:pPr>
            <a:r>
              <a:t>Add analytics: connect dataset to analytics DB and implement NL→SQL pipeline</a:t>
            </a:r>
          </a:p>
          <a:p>
            <a:pPr>
              <a:defRPr sz="1400"/>
            </a:pPr>
            <a:r>
              <a:t>Iterate: monitoring, auth, multi-tenant separation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